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2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991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2783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0133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625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41386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62223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13138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3828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99739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9789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161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63747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901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63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ugatpokharel/ecg-heartbeat-classification-xai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2560320"/>
            <a:ext cx="822960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Heartbeat Classification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Explainable Artificial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Presentation  |  BSc Computing — Final Year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Saugat Pokharel  |  Student No: 3093315  |  Supervisor: Atif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2286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MIT-BIH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48 patients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3840480"/>
            <a:ext cx="2286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4904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102,382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74904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Heartbeats — extracted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840480"/>
            <a:ext cx="2286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3886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+ XAI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— SHAP &amp; LIME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92608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82880" y="2743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14630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is a leading cause of death worldwide. Manual ECG interpretation is slow and requires specialist knowledge.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" y="283464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ML system to classify heartbeats as Normal or Abnormal with explainable AI showing why each decision was made.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868680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868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703320" y="86868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Signal Processing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106984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process real patient ECG data from MIT-BIH Arrhythmia Database using WFDB library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73352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0" y="16733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67335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Segmentation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03320" y="1874520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102,382 individual heartbeats using R-peak annotation positions across 48 patients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478024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0" y="24780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247802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03320" y="2679192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and SVM models to classify Normal vs Abnormal beats with high 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3282696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0" y="32826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328269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3483864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SHAP and LIME to explain model decisions — making the system transparent and trustworthy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4087368"/>
            <a:ext cx="4114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0" y="40873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4087368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03320" y="4288536"/>
            <a:ext cx="5120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web app to visualise ECG signals, view predictions and explore explanations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So Far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&amp; 2 complete — Phase 3 in progress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834640" cy="3749040"/>
          </a:xfrm>
          <a:prstGeom prst="rect">
            <a:avLst/>
          </a:prstGeom>
          <a:solidFill>
            <a:srgbClr val="11224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8346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 Loading 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MIT-BIH Arrhythmia Database (48 patients)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Explored ECG signal structure — 360 Hz, 30 min recordings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98094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112,647 annotated heartbeats across database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5112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class imbalance: 66.6% Normal beats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041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raw ECG signals with annotation markers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1097280"/>
            <a:ext cx="2834640" cy="3749040"/>
          </a:xfrm>
          <a:prstGeom prst="rect">
            <a:avLst/>
          </a:prstGeom>
          <a:solidFill>
            <a:srgbClr val="112240"/>
          </a:solidFill>
          <a:ln w="254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8346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461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Segmentation 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segmentation function with 360-sample window per beat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450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102,382 individual heartbeats from all 48 records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98094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invalid rhythm markers and paced beats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5112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binary labels: Normal (75,011) vs Abnormal (27,371)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4041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dataset as numpy arrays for Phase 3 onwards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097280"/>
            <a:ext cx="2834640" cy="3749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217920" y="1097280"/>
            <a:ext cx="2834640" cy="320040"/>
          </a:xfrm>
          <a:prstGeom prst="rect">
            <a:avLst/>
          </a:prstGeom>
          <a:solidFill>
            <a:srgbClr val="1C3A5E"/>
          </a:solidFill>
          <a:ln w="12700">
            <a:solidFill>
              <a:srgbClr val="1C3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179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14630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EDA &amp; Features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segmented dataset successfully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24505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average beat shape per class (N, L, R, V, 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298094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visual differences between beat types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351129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upcoming — statistical + signal features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40416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 for ML model training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 &amp; Challenges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7548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Phases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2296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0160" y="123444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Feature Extraction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1554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statistical features (mean, std, skewness, RR interval) from each beat for ML input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2296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80160" y="214884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7160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+ SVM classifiers, evaluate with accuracy, precision, recall and F1-score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63240"/>
            <a:ext cx="82296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3063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80160" y="306324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7160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33832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SHAP and LIME to explain individual and global model predictions transparently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822960" cy="731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39776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80160" y="3977640"/>
            <a:ext cx="3749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0" y="4023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71600" y="42976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interactive web interface to visualise ECG signals, predictions and XAI explanations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94960" y="777240"/>
            <a:ext cx="338328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94960" y="777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94960" y="123444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94960" y="1234440"/>
            <a:ext cx="54864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32120" y="12801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large file issue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32120" y="15544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environment files (110MB) were accidentally committed. Resolved by creating a clean separate project folder.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94960" y="214884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394960" y="2148840"/>
            <a:ext cx="54864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32120" y="21945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M4 compatibility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32120" y="24688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libraries needed specific installation steps on Apple Silicon. Resolved using conda environment.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394960" y="306324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94960" y="3063240"/>
            <a:ext cx="54864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32120" y="31089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32120" y="33832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73.3% of beats are Normal. Will be addressed using class_weight balanced parameter in scikit-learn.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94960" y="397764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5394960" y="3977640"/>
            <a:ext cx="54864" cy="731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32120" y="40233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cs typeface="Calibri" pitchFamily="34" charset="-120"/>
              </a:rPr>
              <a:t>Handling class imbalance in classification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32120" y="429768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Identifying and planning the correct strategy, using class weight balanced and appropriate evaluation metrics 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53594"/>
            <a:ext cx="9144000" cy="3429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Git hub Link: </a:t>
            </a:r>
            <a:r>
              <a:rPr lang="en-US" dirty="0">
                <a:solidFill>
                  <a:schemeClr val="bg1"/>
                </a:solidFill>
                <a:hlinkClick r:id="rId3"/>
              </a:rPr>
              <a:t>https://github.com/saugatpokharel/ecg-heartbeat-classification-xai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45" name="Text 43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883</TotalTime>
  <Words>524</Words>
  <Application>Microsoft Macintosh PowerPoint</Application>
  <PresentationFormat>On-screen Show (16:9)</PresentationFormat>
  <Paragraphs>84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ECG Heartbeat Classification - Interim Presentation</dc:title>
  <dc:subject>Presentation</dc:subject>
  <dc:creator>Saugat Pokharel</dc:creator>
  <cp:keywords/>
  <dc:description/>
  <cp:lastModifiedBy>Saugat Pokharel</cp:lastModifiedBy>
  <cp:revision>3</cp:revision>
  <dcterms:created xsi:type="dcterms:W3CDTF">2026-04-16T19:51:46Z</dcterms:created>
  <dcterms:modified xsi:type="dcterms:W3CDTF">2026-04-17T10:47:19Z</dcterms:modified>
  <cp:category/>
</cp:coreProperties>
</file>